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7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0" y="3246120"/>
            <a:ext cx="192024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·  Uni Bamberg × Uni Köln × HSLU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800" b="1">
                <a:solidFill>
                  <a:srgbClr val="FDFBF5"/>
                </a:solidFill>
                <a:latin typeface="Segoe UI"/>
              </a:rPr>
              <a:t>Presented by Hassan Ahmed, on behalf of 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7492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(Uni Bamberg) · Prof. Peter Gloor (MIT/Köln)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2026-06-11 ·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sz="1900" b="1">
                <a:solidFill>
                  <a:srgbClr val="FDFBF5"/>
                </a:solidFill>
                <a:latin typeface="Segoe UI Semibold"/>
              </a:rPr>
              <a:t>E(t)  =  mean(  A(t) audio,  V(t) visual,  N(t) network  )</a:t>
            </a:r>
          </a:p>
          <a:p>
            <a:pPr algn="ctr" latinLnBrk="0"/>
            <a:r>
              <a:rPr sz="1200" b="0">
                <a:solidFill>
                  <a:srgbClr val="CBD9DD"/>
                </a:solidFill>
                <a:latin typeface="Segoe UI"/>
              </a:rPr>
              <a:t>a single coordination score per time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· Latency regimes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Low-latency tools (Jamulus, SoundJack) score higher E(t) than Zoom.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044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· Network topology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Influence network shifts democratic → leader-dominated as latency rises.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· Honest signals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Body sway + breathing add ≥ 10 points of explained variance over audio.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325880"/>
            <a:ext cx="5029200" cy="320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Segoe UI"/>
              </a:rPr>
              <a:t>Where we are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0" y="1801368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3736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15-16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3736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Block course + status #1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2368296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230428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30428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#2 · goals + plan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2935224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871216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May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71216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#3 · all 4 WPs running + Virtual Mirror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3502152"/>
            <a:ext cx="201168" cy="201168"/>
          </a:xfrm>
          <a:prstGeom prst="ellipse">
            <a:avLst/>
          </a:prstGeom>
          <a:solidFill>
            <a:srgbClr val="C49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438144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C4902A"/>
                </a:solidFill>
                <a:latin typeface="Segoe UI"/>
              </a:rPr>
              <a:t>Jun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38144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C4902A"/>
                </a:solidFill>
                <a:latin typeface="Segoe UI"/>
              </a:rPr>
              <a:t>Status #4 · TODAY: E(t) operational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4069080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4005072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Jun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005072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#5 · cross-regime results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636008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57200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57200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#6 · last check-in before final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5202936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513892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23 / 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13892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Final presentation / final 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Goals unchanged since April. This iteration delivered the first end-to-end E(t).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E(t) is operational: all 5 pieces significant above the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et_corpu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6649"/>
            <a:ext cx="7863840" cy="4270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0" y="137160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5 / 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pieces significantly above the null (p &lt; 0.001)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60604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200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circular-shift permutations per piece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384048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0.57–0.80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observed mean E(t) across pieces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029200"/>
            <a:ext cx="3017520" cy="1005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Split follows the music: homophonic chant scores high, polyphony lower. The metric reacts to what the choir is doing.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E(t) is implemented, reproducible, and significant against the null on all five pieces.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Audio and network pipelines behind E(t)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3_influence_graphs_5pie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00" y="1280160"/>
            <a:ext cx="7110919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32588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takes processed (was 1 last sprint)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37744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288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pairwise audio couplings computed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42900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causality methods per piece (Granger + COP-GC)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526280"/>
            <a:ext cx="338328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Methods agree on quartets, diverge on full choir (42 vs 25 of 56 edges). That gap is itself a finding: a third of standard edges rely on linear magnitude, not pattern 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Sprint-2 reference result reproduces exactly; the pipeline now scales to the corpus.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Video features and dashboard 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4_dashboard_scaf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760" y="1280160"/>
            <a:ext cx="5008480" cy="4663440"/>
          </a:xfrm>
          <a:prstGeom prst="rect">
            <a:avLst/>
          </a:prstGeom>
        </p:spPr>
      </p:pic>
      <p:pic>
        <p:nvPicPr>
          <p:cNvPr id="7" name="Picture 6" descr="wp2_visual_feature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577" y="1280160"/>
            <a:ext cx="3271406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37960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videos pose-processed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84464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5/10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pass 50%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30968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23/23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tests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617720"/>
            <a:ext cx="5120640" cy="14173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WP2: 5 of 10 stratified videos have usable pose tracks (best 98.5% detection); the rest are UI screen captures. The five passing videos form the working set.</a:t>
            </a:r>
          </a:p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WP4: the scaffold renders all four panels end-to-end; real-data wiring follows next iteration.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four work packages advanced; no blockers.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NEXT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Plan: Jun 12 → Jun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Track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What ships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WP1 audio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Per-window Granger → time-varying N(t) for the dashboard timeline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WP2 video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Pose on remaining Tier-1 videos, quality-first triage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WP3 network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Tier-3 latency injection: synthetic jitter at 4 regime levels, E(t) per level. First cross-regime test of H1 + H2.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WP4 dashboard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Swap mock JSON for real parquet readers + pose overlay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Data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Download ChoralSynth (open license, Zenodo) · follow up ESMUC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C4902A"/>
                </a:solidFill>
                <a:latin typeface="Segoe UI"/>
              </a:rPr>
              <a:t>Hard milestone before status #5: dashboard alpha on real data + first Tier-3 cross-regime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Next iteration: from measuring coordination to comparing latency regimes.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Sprint 3 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4F8E5A"/>
                </a:solidFill>
                <a:latin typeface="Segoe UI Semibold"/>
              </a:rPr>
              <a:t>What worked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One reviewable artefact per work package per iteration.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Documentation updated at every milestone; project state is readable from three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B55A44"/>
                </a:solidFill>
                <a:latin typeface="Segoe UI Semibold"/>
              </a:rPr>
              <a:t>What went wrong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ESMUC and ChoralSynth not yet in Tier‑2. ChoralSynth is openly licensed on Zenodo and scheduled for next iteration; ESMUC requires a license (open question).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Half of the Tier‑1 videos are screen captures without visible singers. Future curation will filter on singer visibility, not only NMP regime.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C4902A"/>
                </a:solidFill>
                <a:latin typeface="Segoe UI Semibold"/>
              </a:rPr>
              <a:t>Known limitations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V(t) is absent from current E(t) values; Dagstuhl has no video. The composite reallocates weight until multimodal data exists.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All five E(t) pieces are zero‑latency studio recordings. Cross‑regime variation arrives with Tier‑3.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p &lt; 0.001 means 0 of 200 permutations exceeded the observed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retrospective items are documented in sprint3_results.md.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PROBLEMS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Open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 · Prof. Hacker: ESMUC dataset access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Do you have institutional access to the ESMUC multitrack dataset? ChoralSynth is openly licensed on Zenodo and we will download it ourselves; ESMUC is the only dataset where we need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2044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 · Coordinators: cluster access (nice-to-have, not a blocker)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Is CPU time available on a Bamberg or HSLU cluster? The planned next-iteration scope runs overnight on our laptops. Cluster access would let us run denser jitter grids and finer analysis windows, which strengthens the H1 robustness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