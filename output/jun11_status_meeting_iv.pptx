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Calibr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Calibr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Calibr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Calibr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Calibr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Calibr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Our goals and plan,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DFBF5"/>
                </a:solidFill>
                <a:latin typeface="Calibri"/>
              </a:rPr>
              <a:t>E(t)  =  mean(  A(t) audio,  V(t) visual,  N(t) network  )</a:t>
            </a:r>
          </a:p>
          <a:p>
            <a:pPr algn="ctr"/>
            <a:r>
              <a:rPr sz="1200">
                <a:solidFill>
                  <a:srgbClr val="CBD9DD"/>
                </a:solidFill>
                <a:latin typeface="Calibri"/>
              </a:rPr>
              <a:t>one number per moment: how well is this choir coordinating?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1033271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H1 · Latency regimes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599"/>
            <a:ext cx="5577840" cy="1033271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H2 · Network topology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598"/>
            <a:ext cx="5577840" cy="1033271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H3 · Honest signals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Calibr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Calibr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Calibr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#6 · paper draft review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Same goals as April, no scope drift. This iteration: make E(t)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Headline: E(t) is operational, 5/5 pieces beat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5 / 5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pieces significantly above the null (p &lt; 0.001)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200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0E4D5E"/>
                </a:solidFill>
                <a:latin typeface="Calibri"/>
              </a:rPr>
              <a:t>0.57–0.80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Calibr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The number we promised in April exists, is repeatable, and is statistically defensible.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The audio + network engine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25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288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Calibri"/>
              </a:rPr>
              <a:t>Methods agree on quartets, diverge on full choir (42 vs 25 of 56 edges). That gap is itself a finding: a third of standard edges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Last sprint's flagship reproduces exactly, and the pipeline now scales.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Video features + the dashboard taking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08382"/>
            <a:ext cx="3108960" cy="19552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829800" y="1325880"/>
            <a:ext cx="1874519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10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Tier-1 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2377440"/>
            <a:ext cx="1874519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5/10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pass 50% detection floor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3429000"/>
            <a:ext cx="1874519" cy="91440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23/23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520440"/>
            <a:ext cx="5120640" cy="23774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24262E"/>
                </a:solidFill>
                <a:latin typeface="Calibri"/>
              </a:rPr>
              <a:t>WP2: half the YouTube corpus has detectable singers (best video: 98.5% detection); the other half are software-UI captures with no body in frame. Per last meeting's "try and iterate" decision, the 5 passing videos are the working set.
WP4: React + FastAPI scaffold renders all four panels end-to-end (screenshot left is the app running locally). Real-data wiring is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Every work package moved. Nothing is blocked.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Download ChoralSynth (open license, Zenodo)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Calibr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This iteration made E(t) real. The next makes it discriminate between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What we keep, what we fix, what to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448056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4F8E5A"/>
                </a:solidFill>
                <a:latin typeface="Calibri"/>
              </a:rPr>
              <a:t>KEPT DOING · it works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One named, reviewable artefact per work package per iteration.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Docs synced after every milestone: anyone can read three files and be fully current.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448056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B55A44"/>
                </a:solidFill>
                <a:latin typeface="Calibri"/>
              </a:rPr>
              <a:t>WENT WRONG · and the fix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ESMUC + ChoralSynth not pulled into Tier-2 yet. Fix: ChoralSynth is an open Zenodo download, scheduled next iteration. ESMUC needs a license: question for the room.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Half the Tier-1 videos are screen captures with no detectable body. Fix: future curation stratifies on "singers visible", not just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448056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C4902A"/>
                </a:solidFill>
                <a:latin typeface="Calibri"/>
              </a:rPr>
              <a:t>WATCH LIST · before you ask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V(t) absent from all current E(t): Dagstuhl has no video. Weight reallocates; code is ready when multimodal data exists.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All 5 E(t) pieces are zero-latency studio takes. Cross-regime variation arrives with Tier-3 next iteration.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"p &lt; 0.001" means 0 of 200 shuffles beat observed, not literal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No surprises buried. Everything here is also in the written results doc.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Three things we need from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132588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1 · Prof. Hacker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Do you have institutional access to the ESMUC multitrack dataset? (ChoralSynth we can download ourselves: open license on Zenodo.)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90088"/>
            <a:ext cx="11185855" cy="132588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2 · Prof. Gloor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For the final paper figures: matplotlib-clean, or Gephi/Cytoscape-polished SVG?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17136"/>
            <a:ext cx="11185855" cy="1325880"/>
          </a:xfrm>
          <a:prstGeom prst="roundRect">
            <a:avLst/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3 · Coordinators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Is there a path to CPU time on a Bamberg or HSLU cluster? Per-window Granger is our compute bottleneck: hundreds of laptop-hours, or about a day on a 32-64 core node.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Calibri"/>
              </a:rPr>
              <a:t>Thank you.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