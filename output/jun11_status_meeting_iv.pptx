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Segoe U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1900" b="1">
                <a:solidFill>
                  <a:srgbClr val="FDFBF5"/>
                </a:solidFill>
                <a:latin typeface="Segoe UI Semibold"/>
              </a:rPr>
              <a:t>E(t)  =  mean(  A(t) audio,  V(t) visual,  N(t) network  )</a:t>
            </a:r>
          </a:p>
          <a:p>
            <a:pPr algn="ctr" latinLnBrk="0"/>
            <a:r>
              <a:rPr sz="1200" b="0">
                <a:solidFill>
                  <a:srgbClr val="CBD9DD"/>
                </a:solidFill>
                <a:latin typeface="Segoe UI"/>
              </a:rPr>
              <a:t>a single coordination score per time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Network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Honest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Segoe U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Segoe U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#6 · paper draft review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Goals unchanged since April. This iteration delivered the first end-to-end E(t).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is operational: all 5 pieces significant above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5 / 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pieces significantly above the null (p &lt; 0.001)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200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0.57–0.80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E(t) is implemented, reproducible, and significant against the null on all five pieces.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Audio and network pipelines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288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Methods agree on quartets, diverge on full choir (42 vs 25 of 56 edges). That gap is itself a finding: a third of standard edges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The Sprint-2 reference result reproduces exactly; the pipeline now scales to the corpus.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Video features and dashboard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577" y="1280160"/>
            <a:ext cx="3271406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37960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4464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5/10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pass 50%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30968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23/23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5120640" cy="14173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WP2: 5 of 10 stratified videos have usable pose tracks (best 98.5% detection); the rest are UI screen captures. The five passing videos form the working set.</a:t>
            </a:r>
          </a:p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WP4: the scaffold renders all four panels end-to-end; real-data wiring follows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four work packages advanced; no blockers.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778240"/>
              </a:tblGrid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Download ChoralSynth (open license, Zenodo)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Segoe U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Next iteration: from measuring coordination to comparing latency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Sprint 3 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4F8E5A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reviewable artefact per work package per iteration.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Documentation updated at every milestone; project state is readable from three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B55A44"/>
                </a:solidFill>
                <a:latin typeface="Segoe UI Semibold"/>
              </a:rPr>
              <a:t>What went wrong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ESMUC and ChoralSynth not yet in Tier‑2. ChoralSynth is openly licensed on Zenodo and scheduled for next iteration; ESMUC requires a license (open question).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Half of the Tier‑1 videos are screen captures without visible singers. Future curation will filter on singer visibility, not only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C4902A"/>
                </a:solidFill>
                <a:latin typeface="Segoe UI Semibold"/>
              </a:rPr>
              <a:t>Known limitations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V(t) is absent from current E(t) values; Dagstuhl has no video. The composite reallocates weight until multimodal data exists.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five E(t) pieces are zero‑latency studio recordings. Cross‑regime variation arrives with Tier‑3.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/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 &lt; 0.001 means 0 of 200 permutations exceeded the observed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retrospective items are documented in sprint3_results.md.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Prof. Hacker: ESMUC dataset access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Do you have institutional access to the ESMUC multitrack dataset? ChoralSynth is openly licensed on Zenodo and we will download it ourselves; ESMUC is the only dataset where we need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01168" rIns="201168" tIns="146304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Coordinators: cluster access (nice-to-have, not a blocker)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Is CPU time available on a Bamberg or HSLU cluster? The planned next-iteration scope runs overnight on our laptops. Cluster access would let us run denser jitter grids and finer analysis windows, which strengthens the H1 robustness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