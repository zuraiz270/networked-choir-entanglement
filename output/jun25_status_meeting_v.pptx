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805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1">
                <a:solidFill>
                  <a:srgbClr val="FDFBF5"/>
                </a:solidFill>
                <a:latin typeface="Segoe UI"/>
              </a:rPr>
              <a:t>Presented by Zuraiz and Kumaran Vasu,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·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2026-06-25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E(t) = mean( A audio, V visual, N network ): one coordination score per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Lower latency → higher coordination. (This iteration's focus.)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233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Visual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information over audio (still data-blocked).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Status meeting 5 of 6. Jun 11: E(t) operational. Today: first test of H1 via latency injection.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This iteration: we found the latency signal, and learned exactly where it lives.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We found the H1 latency signal (in attack timing)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Constant delay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E(t) effect. Our coupling is lag-tolerant; it absorbs a constant shift.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Realistic jitter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Still flat. 10s loudness envelopes are robust to tens-of-ms timing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3 · Onset synchrony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Zero-lag attack timing, the quantity latency breaks. The signal appears.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11185855" cy="11887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Result: attack-timing synchrony falls 57-76% (clean → Zoom) across 28 pieces; loudness coupling barely moves. A loudness-only metric would have said 'latency doesn't matter', and been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Latency degrades attack timing, not loudness coupling. The dissociation is the finding.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dissociation, in one figure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96" y="1280160"/>
            <a:ext cx="10578502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8640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Left: onset synchrony falls with jitter (all 3 datasets). Right: envelope E(t) flat. Jitter SDs are measured, not tuned; the constant-delay dead end is reported, not hidden.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Same recordings, two measures, opposite verdicts.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It replicates across 3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−57%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(real human, 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−66%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(real human,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−76%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(synthetic, 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1097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Onset-synchrony drop clean → Zoom. 28 pieces, two independent human datasets plus synthetic, all monotonic. Both Tier-2 datasets added this iteration via one unified data adapter (downloaded + MD5-verified vs Zenodo).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effect holds across real and synthetic choirs, not a single-dataset artifact.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Dashboard alpha, on 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409" y="1280160"/>
            <a:ext cx="463710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463040"/>
            <a:ext cx="3474720" cy="40233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Now on real outputs:
• Timeline = real E(t)
• Graph = real Granger
  who-leads-whom
• Video + 33-point pose
  overlay synced to play
• Each piece shows the
  signals it has
Meets the Jun-21 alpha
milestone.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dashboard runs on the pipeline's real outputs, not mock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26 → Jul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Integration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Fold onset synchrony into E(t) as its timing-sensitive component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WP3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Finish cross-dataset corpus; per-window time-varying networks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4553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WP2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Pose on all 29 Tier-1 videos (visibility-triaged)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867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Paper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Draft report methods + results (the latency finding)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2803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Compute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Cluster access for the paper-scale run (2000-shuffle null)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From 'found the signal' to 'written up and corpus-complete'.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 ·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Retrospective and 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A wrong first method (constant delay) was caught by its own control and became a sharper one.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Every dataset claim traces to a verified file.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Limitations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Injection tests transmission timing, not a live singer's adaptation.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Envelope E(t) alone is latency-blind (why onset synchrony matters).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Questions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Hacker: foreground onset synchrony over composite E(t) in the report?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Coordinators: cluster access for the paper-scale run (ki-support contacted)?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0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