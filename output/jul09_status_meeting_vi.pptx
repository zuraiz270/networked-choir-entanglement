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126A97-8A32-48D3-816A-BE208FDD5764}" v="11" dt="2026-07-03T13:45:42.3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ad Anwar" userId="895f82935b6f72c7" providerId="LiveId" clId="{CB245C93-BFC3-42DE-907C-BC8C402E9DA4}"/>
    <pc:docChg chg="custSel modSld">
      <pc:chgData name="Saad Anwar" userId="895f82935b6f72c7" providerId="LiveId" clId="{CB245C93-BFC3-42DE-907C-BC8C402E9DA4}" dt="2026-07-03T13:45:44.126" v="69" actId="20577"/>
      <pc:docMkLst>
        <pc:docMk/>
      </pc:docMkLst>
      <pc:sldChg chg="delSp modSp mod">
        <pc:chgData name="Saad Anwar" userId="895f82935b6f72c7" providerId="LiveId" clId="{CB245C93-BFC3-42DE-907C-BC8C402E9DA4}" dt="2026-07-03T13:42:14.131" v="62" actId="1037"/>
        <pc:sldMkLst>
          <pc:docMk/>
          <pc:sldMk cId="0" sldId="258"/>
        </pc:sldMkLst>
        <pc:spChg chg="mod">
          <ac:chgData name="Saad Anwar" userId="895f82935b6f72c7" providerId="LiveId" clId="{CB245C93-BFC3-42DE-907C-BC8C402E9DA4}" dt="2026-07-03T13:41:55.405" v="33" actId="14100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ad Anwar" userId="895f82935b6f72c7" providerId="LiveId" clId="{CB245C93-BFC3-42DE-907C-BC8C402E9DA4}" dt="2026-07-03T13:42:07.633" v="57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Saad Anwar" userId="895f82935b6f72c7" providerId="LiveId" clId="{CB245C93-BFC3-42DE-907C-BC8C402E9DA4}" dt="2026-07-03T13:42:03.723" v="48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ad Anwar" userId="895f82935b6f72c7" providerId="LiveId" clId="{CB245C93-BFC3-42DE-907C-BC8C402E9DA4}" dt="2026-07-03T13:42:14.131" v="62" actId="1037"/>
          <ac:spMkLst>
            <pc:docMk/>
            <pc:sldMk cId="0" sldId="258"/>
            <ac:spMk id="10" creationId="{00000000-0000-0000-0000-000000000000}"/>
          </ac:spMkLst>
        </pc:spChg>
        <pc:spChg chg="del">
          <ac:chgData name="Saad Anwar" userId="895f82935b6f72c7" providerId="LiveId" clId="{CB245C93-BFC3-42DE-907C-BC8C402E9DA4}" dt="2026-07-03T13:41:15.265" v="0" actId="478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3T13:45:44.126" v="69" actId="20577"/>
        <pc:sldMkLst>
          <pc:docMk/>
          <pc:sldMk cId="0" sldId="264"/>
        </pc:sldMkLst>
        <pc:spChg chg="mod">
          <ac:chgData name="Saad Anwar" userId="895f82935b6f72c7" providerId="LiveId" clId="{CB245C93-BFC3-42DE-907C-BC8C402E9DA4}" dt="2026-07-03T13:45:44.126" v="69" actId="20577"/>
          <ac:spMkLst>
            <pc:docMk/>
            <pc:sldMk cId="0" sldId="264"/>
            <ac:spMk id="8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508760"/>
            <a:ext cx="11185855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14600"/>
            <a:ext cx="11185855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-  Uni Bamberg x Uni Koeln x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>
                <a:solidFill>
                  <a:srgbClr val="FDFBF5"/>
                </a:solidFill>
                <a:latin typeface="Segoe UI"/>
              </a:rPr>
              <a:t>Presented by Zuraiz, on behalf of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8348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2026-07-09 - 14:00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900" b="1">
                <a:solidFill>
                  <a:srgbClr val="0E4D5E"/>
                </a:solidFill>
                <a:latin typeface="Segoe UI"/>
              </a:rPr>
              <a:t>We are measuring how well online choirs coordinate when singers are not in the same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E(t)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One coordination score over time from audio, network, and visual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0779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Does higher latency reduce choir coordination?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5818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 influence networks show leadership structure?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60857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and plan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Test visual/body signals when data exists; prepare the report and final dashboard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Today we connect the project goal to the latest results and the final-presentation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Progress during the last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700" b="1">
                <a:solidFill>
                  <a:srgbClr val="0E4D5E"/>
                </a:solidFill>
                <a:latin typeface="Segoe UI"/>
              </a:rPr>
              <a:t>Since Status Meeting V, we completed the Jul-9 report checkpoint.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8"/>
            <a:ext cx="11185855" cy="76475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 draft v1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Now writes up the H1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73852"/>
            <a:ext cx="11185855" cy="76475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Ready to use in the report as the main timing result.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072" y="3681034"/>
            <a:ext cx="11185855" cy="798865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Cleaner interpretation: weak leadership signal in human choir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632" y="4616570"/>
            <a:ext cx="11185855" cy="798865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 dirty="0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250" b="0" dirty="0">
                <a:solidFill>
                  <a:srgbClr val="24262E"/>
                </a:solidFill>
                <a:latin typeface="Segoe UI"/>
              </a:rPr>
              <a:t>Open because the needed paired audio-video data is unavailable.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work moved from finding results to preparing the final presentation and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Report draft v1 is ready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3291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is in the draft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Abstract, hypotheses, data, methods, results, limitations, conclusion.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H1 presented as the headline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H2 presented as a measured leadership signal in human datasets.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H3 presented as an open data-availability limitation.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Supported in onset timing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Partially supported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0" y="1463040"/>
            <a:ext cx="118872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30352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0">
                <a:solidFill>
                  <a:srgbClr val="0E4D5E"/>
                </a:solidFill>
                <a:latin typeface="Segoe UI"/>
              </a:rPr>
              <a:t>The Jul-9 hard milestone from Status Meeting V is met: the latency result is in prose, with methods and limitations already stated.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Jul-9 report milestone from Status Meeting V is 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H1: latency breaks attack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15441"/>
            <a:ext cx="7498079" cy="29813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417320"/>
            <a:ext cx="3337560" cy="3931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Result summary:
- Onset synchrony falls strongly as jitter rises.
- Loudness-envelope coupling stays almost flat.
- Latency breaks when singers land notes, not how loud they are.
Clean -&gt; Zoom drop:
Dagstuhl 57%
ESMUC 66%
ChoralSynth 76%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An envelope-only metric would have missed the real latency effect.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H2: leadership appears in human choir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the original H2 asked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Original: networks become leader-dominated as latency rises.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Current data cannot test that cleanly because injected delay on pre-recorded audio cannot create a behavioral leader.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11880"/>
            <a:ext cx="5394960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Current H2 result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Clean human choir influence networks carry weak leadership structure above a density-matched random null.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3/5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significant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2/3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2/20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ChoralSynth, approx. chance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40"/>
            <a:ext cx="5212080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Interpretation: leadership appears as a weak human coordination signal, not as a synthetic-rendering artifact. We do not claim strong hierarchy.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21808"/>
            <a:ext cx="548640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00" b="0">
                <a:solidFill>
                  <a:srgbClr val="6E6A60"/>
                </a:solidFill>
                <a:latin typeface="Segoe UI"/>
              </a:rPr>
              <a:t>Note: leader-dominated means influence is concentrated around one singer or section instead of shared across the choir.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Leadership appears as a human coordination signal, not a synthetic-rendering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Dashboard alpha uses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3" y="1234440"/>
            <a:ext cx="4686432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417320"/>
            <a:ext cx="3383280" cy="3886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0E4D5E"/>
                </a:solidFill>
                <a:latin typeface="Segoe UI"/>
              </a:rPr>
              <a:t>Real alpha:
- E(t) from the real pipeline
- Graph from real Granger GEXF
- Pose overlay from real parquet
- Metadata shows available signals
This screenshot shows the current real-data alpha used for demo planning.
Demo structure:
One audio/network example shows E(t) and the influence graph. One video/pose example shows playback and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final demo can be clear and honest even though no current piece has all three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Plan for the next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85855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The next iteration is the final presentation and report phase.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Final presentation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Build the 20-minute Jul-23 deck and demo narration.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7802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Convert draft v1 into the final 10-20 page seminar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2841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Reproducibility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Run final checks and regenerate headline figures from committed outputs.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78808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Dashboard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Prepare the presentation laptop and rehearse the demo path.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292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Limitations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Present H3 and latency-driven H2 as open questions for future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remaining work is final packaging, verification, and rehearsal.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What we need to align before the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Retrospective output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Null results were kept and explained.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Constant-delay failure led to the stronger jitter/onset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Dataset claims now trace to files and generated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we fixed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The first latency method was replaced after the control check.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Dataset selection now uses verified availability, not memory.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Dashboard wording now separates current results from final-demo planning.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 dirty="0">
                <a:solidFill>
                  <a:srgbClr val="0E4D5E"/>
                </a:solidFill>
                <a:latin typeface="Segoe UI Semibold"/>
              </a:rPr>
              <a:t>Questions for feedback</a:t>
            </a:r>
          </a:p>
          <a:p>
            <a:pPr>
              <a:spcAft>
                <a:spcPts val="400"/>
              </a:spcAft>
            </a:pPr>
            <a:r>
              <a:rPr lang="en-US" sz="1300" dirty="0">
                <a:solidFill>
                  <a:srgbClr val="24262E"/>
                </a:solidFill>
                <a:latin typeface="Segoe UI"/>
              </a:rPr>
              <a:t>What should the final presentation structure be?</a:t>
            </a:r>
            <a:endParaRPr sz="1300" b="0" dirty="0">
              <a:solidFill>
                <a:srgbClr val="24262E"/>
              </a:solidFill>
              <a:latin typeface="Segoe UI"/>
            </a:endParaRPr>
          </a:p>
          <a:p>
            <a:pPr algn="l" latinLnBrk="0">
              <a:spcAft>
                <a:spcPts val="400"/>
              </a:spcAft>
            </a:pPr>
            <a:r>
              <a:rPr sz="1300" b="0" dirty="0">
                <a:solidFill>
                  <a:srgbClr val="24262E"/>
                </a:solidFill>
                <a:latin typeface="Segoe UI"/>
              </a:rPr>
              <a:t>Main focus: what should receive the most attention in the final presentation?</a:t>
            </a:r>
          </a:p>
          <a:p>
            <a:pPr algn="l" latinLnBrk="0">
              <a:spcAft>
                <a:spcPts val="400"/>
              </a:spcAft>
            </a:pPr>
            <a:r>
              <a:rPr sz="1300" b="0" dirty="0">
                <a:solidFill>
                  <a:srgbClr val="24262E"/>
                </a:solidFill>
                <a:latin typeface="Segoe UI"/>
              </a:rPr>
              <a:t>Dashboard format: is a screenshot enough, or should we show it live?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5780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C4902A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892</Words>
  <Application>Microsoft Office PowerPoint</Application>
  <PresentationFormat>Widescreen</PresentationFormat>
  <Paragraphs>114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Saad Anwar</cp:lastModifiedBy>
  <cp:revision>1</cp:revision>
  <dcterms:created xsi:type="dcterms:W3CDTF">2013-01-27T09:14:16Z</dcterms:created>
  <dcterms:modified xsi:type="dcterms:W3CDTF">2026-07-03T13:46:10Z</dcterms:modified>
  <cp:category/>
</cp:coreProperties>
</file>