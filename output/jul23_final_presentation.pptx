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417320"/>
            <a:ext cx="11185855" cy="8229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Segoe UI"/>
              </a:rPr>
              <a:t>Final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2316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6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29000"/>
            <a:ext cx="11185855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Segoe UI"/>
              </a:rPr>
              <a:t>SNA-OSN-M Summer 2026  -  Uni Bamberg x Uni Koeln x HSLU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5196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600" b="1">
                <a:solidFill>
                  <a:srgbClr val="FDFBF5"/>
                </a:solidFill>
                <a:latin typeface="Segoe UI"/>
              </a:rPr>
              <a:t>Team: Zuraiz - Hammad Anwar - Hassan Ahmed - Kumaran Vasu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9204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Segoe UI"/>
              </a:rPr>
              <a:t>Supervisors: Prof. Janine Hacker - Prof. Peter Gloor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71500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2026-07-23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The network is part of the instrument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85855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900" b="1">
                <a:solidFill>
                  <a:srgbClr val="0E4D5E"/>
                </a:solidFill>
                <a:latin typeface="Segoe UI"/>
              </a:rPr>
              <a:t>We measured what latency does to choir togetherness, with one score over time: E(t).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11185855" cy="8686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Higher latency reduces coordination. Metric: zero-lag onset synchrony; predicted to fall.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54680"/>
            <a:ext cx="11185855" cy="8686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Influence networks show leadership structure. Metric: out-degree Gini vs a matched random null; predicted above null.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160520"/>
            <a:ext cx="11185855" cy="8686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Visual body signals add information beyond audio. Metric: first visual-onset coupling; the full test needs paired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Three testable claims, each with a metric and a direction fixed in advance.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Three tiers, one honest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8686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Tier 1 - video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29 YouTube virtual-choir videos, 18 pose-usable. Visual signals: sway and breathing gestures.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85855" cy="8686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Tier 2 - multitrack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Dagstuhl (5 pieces), ESMUC (3), ChoralSynth (20, synthetic). Per-singer audio and influence networks.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83280"/>
            <a:ext cx="11185855" cy="8686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Tier 3 - injection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Controlled latency injection on Tier 2: ground-truth latency variation, each piece its own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72000"/>
            <a:ext cx="11185855" cy="10972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0E4D5E"/>
                </a:solidFill>
                <a:latin typeface="Segoe UI"/>
              </a:rPr>
              <a:t>The constraint: no piece has audio, video, and network signals together. Tier 2 has audio without video; Tier 1 has video without per-singer audio. Every claim respects that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Two real corpora, one synthetic control, one visual corpus, each used for what it is good for.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E(t) and the latency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0E4D5E"/>
                </a:solidFill>
                <a:latin typeface="Segoe UI"/>
              </a:rPr>
              <a:t>Each clean piece is degraded through five regimes; every metric is recomputed per piece and regime.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clean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0 ms - 0 ms - 0%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34056" y="1920240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in-person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25 ms - 10 ms - 0%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1920240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Jamulus LAN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47 ms - 46 ms - 1%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96328" y="1920240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Jamulus WAN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83 ms - 57 ms - 3%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27464" y="1920240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Zoom-class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150 ms - 80 ms - 8%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83280"/>
            <a:ext cx="11185855" cy="320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Regime columns: delay - jitter SD - dropout.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86200"/>
            <a:ext cx="11185855" cy="16916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Statistical floor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Every coordination number is tested against a circular-shift null that preserves each stream's own autocorrelation.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Final grid: 2000 shuffles per cell, rerun as 140 SLURM array tasks on the NHR@FAU cluster (2026-07-14).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Known ground truth by construction, paired within piece, with a defensible null.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The pipeline is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One command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`make reproduce` regenerates the headline results from committed data summaries.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04871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44 tests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Audio, video, network, latency, entanglement, and the H3 experiment run in the automated 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8142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Cluster protocol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The 2000-shuffle grid ran as 140 SLURM array tasks; the submission script is committed and cluster-validated.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1413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Audit trail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Every deck number traces to a committed CSV.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numbers can be regenerated without us in the room.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H1: latency breaks timing, not loudness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-56.5%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(real)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3716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-65.1%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ESMUC (real)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3716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-75.1%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 (synthetic)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3716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-70.7%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Corpus, 28 pieces</a:t>
            </a:r>
          </a:p>
        </p:txBody>
      </p:sp>
      <p:pic>
        <p:nvPicPr>
          <p:cNvPr id="10" name="Picture 9" descr="tier3_corpu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401" y="2788920"/>
            <a:ext cx="7818892" cy="31089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Onset synchrony collapses clean to Zoom-class; envelope coupling stays flat (Dagstuhl -0.4%).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Why the dissociation is the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The null we kept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Constant delay + envelope coupling showed no effect; the control caught the confound (envelope coupling is lag-tolerant).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04871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The a-priori fix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Zero-lag onset synchrony is the physical quantity jitter should break. It recovered the effect in every piece.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8142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The claim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Timing collapses while loudness holds. An envelope-only study would have called latency harmless.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1413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Replication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Two real corpora and one independent synthetic corpus agree.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method audit trail is part of the result.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H2: weak but real leadership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85855" cy="5943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400" b="1">
                <a:solidFill>
                  <a:srgbClr val="0E4D5E"/>
                </a:solidFill>
                <a:latin typeface="Segoe UI"/>
              </a:rPr>
              <a:t>Leader dominance = Gini of out-degree in the Granger influence graph (0 democratic, 1 single driver), vs 1000 density-matched random graphs.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574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0.154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Observed corpus mean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0574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0.139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Matched random null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20574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3/5 - 2/3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- ESMUC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20574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2/20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 (chance)</a:t>
            </a:r>
          </a:p>
        </p:txBody>
      </p:sp>
      <p:pic>
        <p:nvPicPr>
          <p:cNvPr id="11" name="Picture 10" descr="wp3_flagship_LI_QuartetA_Take02_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63" y="3474720"/>
            <a:ext cx="2620968" cy="2423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Leadership appears in human choirs, not synthetic renderings: a human coordination signal, not an artifact.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H3: an honest null, and what it teaches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61188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17 / 18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videos analyzable (one silent window)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371600"/>
            <a:ext cx="361188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1 / 17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significant at p &lt; 0.05 = chance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0998" y="1371600"/>
            <a:ext cx="361188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0.068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median max-lag r</a:t>
            </a:r>
          </a:p>
        </p:txBody>
      </p:sp>
      <p:pic>
        <p:nvPicPr>
          <p:cNvPr id="9" name="Picture 8" descr="h3_visual_on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218" y="2743200"/>
            <a:ext cx="4069964" cy="3154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79" y="2834640"/>
            <a:ext cx="4114800" cy="2926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350" b="0">
                <a:solidFill>
                  <a:srgbClr val="0E4D5E"/>
                </a:solidFill>
                <a:latin typeface="Segoe UI"/>
              </a:rPr>
              <a:t>The estimator recovers known lags on synthetic coupled signals (tested in CI), so the null is informative: ensemble motion of one tracked stream does not couple to a mixed audio envelope. H3's full test still needs per-singer audio + video together.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We ran the promised experiment, it said no, and we report that.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Live: E(t) on real recordings (60 seconds)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10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1. Audio/network piece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Dagstuhl quartet: E(t) timeline updating with the influence 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2. Video/pose piece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Tier-1 video playback with the live pose overlay.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Honesty layer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The metadata panel shows which signals each piece really has; no piece pretends to have all three.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Real committed data, running locally, no mock content.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Fallback: dashboard on real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wp4_dashboard_real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635" y="1371600"/>
            <a:ext cx="4834425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Backup frame in case the live demo cannot run; same content, one frame.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Limitations,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85855" cy="786384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Simulated latency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Injection models transmission, not live behavioural adaptation of singers.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31136"/>
            <a:ext cx="11185855" cy="786384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Signal split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No piece carries audio + video + network together; full E(t) has never run with all three channels.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36392"/>
            <a:ext cx="11185855" cy="786384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window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Pose covers one tracked stream over each video's first minute.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41648"/>
            <a:ext cx="11185855" cy="786384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Null caveats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A minority of individual grid cells are not significant; corpus-level trends carry the claims.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946904"/>
            <a:ext cx="11185855" cy="786384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Domain transfer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The entanglement formula was validated on email networks; this is its first music-domain test.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Registered, owned, and either mitigated or explicitly left as future work.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Latency signature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Timing collapses 56 to 75 percent while loudness holds, 28 pieces, three corpora, 2000-shuffle null.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04871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Leadership measure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An operational metric that separates human from synthetic choir networks.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8142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Visual requirement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The first visual-onset experiment, honestly null: the paired-corpus requirement is demonstrated, not assumed.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1413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Open pipeline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One command, 44 tests, cluster-validated protocol, every claim traceable to a committed artifact.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Supported, partially supported, honestly null, and all reproducible.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What comes next, and 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Real latency sessions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Record live latency-varied sessions: the only way to test H1 without simulation and H2's latency 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Paired corpus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A small per-singer audio + video corpus unlocks the H3 test.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661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Report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Final seminar report due Jul 31; draft v1 complete since Jun 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92040"/>
            <a:ext cx="11185855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200" b="1">
                <a:solidFill>
                  <a:srgbClr val="0E4D5E"/>
                </a:solidFill>
                <a:latin typeface="Segoe UI"/>
              </a:rPr>
              <a:t>Thank you. Questions welcome.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Reproducibility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Regenerate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`make reproduce` rebuilds summary results from committed artifacts.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04871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Grid protocol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`scripts/hpc/tier3_2000.sbatch`: 140 array tasks (28 pieces x 5 levels), merged and completeness-checked by `scripts/tier3_merge_shards.py`.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8142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experiment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`uv run python -m scripts.h3_visual_onset` (deterministic seeds).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1413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Environment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Python 3.11.9 pinned, locked dependencies, `uv sync --extra all`.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